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58"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3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357491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3838036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410003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889A1AF-815D-4DA2-8135-2BAB314E7A7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81821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889A1AF-815D-4DA2-8135-2BAB314E7A73}"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35449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889A1AF-815D-4DA2-8135-2BAB314E7A73}"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2533674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9A1AF-815D-4DA2-8135-2BAB314E7A73}" type="datetimeFigureOut">
              <a:rPr lang="en-IN" smtClean="0"/>
              <a:t>21-09-2026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202668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89A1AF-815D-4DA2-8135-2BAB314E7A7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1644015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89A1AF-815D-4DA2-8135-2BAB314E7A7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704760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89A1AF-815D-4DA2-8135-2BAB314E7A7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842520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3666452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2010746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1654256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889A1AF-815D-4DA2-8135-2BAB314E7A73}"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1381824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889A1AF-815D-4DA2-8135-2BAB314E7A73}" type="datetimeFigureOut">
              <a:rPr lang="en-IN" smtClean="0"/>
              <a:t>21-09-2026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2614140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2512343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889A1AF-815D-4DA2-8135-2BAB314E7A7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AF84670-BEC7-421B-92A2-868B982496DF}" type="slidenum">
              <a:rPr lang="en-IN" smtClean="0"/>
              <a:t>‹#›</a:t>
            </a:fld>
            <a:endParaRPr lang="en-IN"/>
          </a:p>
        </p:txBody>
      </p:sp>
    </p:spTree>
    <p:extLst>
      <p:ext uri="{BB962C8B-B14F-4D97-AF65-F5344CB8AC3E}">
        <p14:creationId xmlns:p14="http://schemas.microsoft.com/office/powerpoint/2010/main" val="1503355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889A1AF-815D-4DA2-8135-2BAB314E7A73}" type="datetimeFigureOut">
              <a:rPr lang="en-IN" smtClean="0"/>
              <a:t>21-09-2026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AF84670-BEC7-421B-92A2-868B982496DF}" type="slidenum">
              <a:rPr lang="en-IN" smtClean="0"/>
              <a:t>‹#›</a:t>
            </a:fld>
            <a:endParaRPr lang="en-IN"/>
          </a:p>
        </p:txBody>
      </p:sp>
    </p:spTree>
    <p:extLst>
      <p:ext uri="{BB962C8B-B14F-4D97-AF65-F5344CB8AC3E}">
        <p14:creationId xmlns:p14="http://schemas.microsoft.com/office/powerpoint/2010/main" val="483610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GENERATING IMAGE USING DIFFERENT AI TOOLS</a:t>
            </a:r>
            <a:endParaRPr lang="en-IN" dirty="0"/>
          </a:p>
        </p:txBody>
      </p:sp>
      <p:sp>
        <p:nvSpPr>
          <p:cNvPr id="3" name="Subtitle 2"/>
          <p:cNvSpPr>
            <a:spLocks noGrp="1"/>
          </p:cNvSpPr>
          <p:nvPr>
            <p:ph type="subTitle" idx="1"/>
          </p:nvPr>
        </p:nvSpPr>
        <p:spPr/>
        <p:txBody>
          <a:bodyPr/>
          <a:lstStyle/>
          <a:p>
            <a:r>
              <a:rPr lang="en-US" dirty="0" smtClean="0"/>
              <a:t>AVIATION MANAGEMENT</a:t>
            </a:r>
            <a:endParaRPr lang="en-IN" dirty="0"/>
          </a:p>
        </p:txBody>
      </p:sp>
    </p:spTree>
    <p:extLst>
      <p:ext uri="{BB962C8B-B14F-4D97-AF65-F5344CB8AC3E}">
        <p14:creationId xmlns:p14="http://schemas.microsoft.com/office/powerpoint/2010/main" val="1565804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PROMPT USED</a:t>
            </a:r>
            <a:endParaRPr lang="en-IN" dirty="0"/>
          </a:p>
        </p:txBody>
      </p:sp>
      <p:sp>
        <p:nvSpPr>
          <p:cNvPr id="3" name="Content Placeholder 2"/>
          <p:cNvSpPr>
            <a:spLocks noGrp="1"/>
          </p:cNvSpPr>
          <p:nvPr>
            <p:ph idx="1"/>
          </p:nvPr>
        </p:nvSpPr>
        <p:spPr/>
        <p:txBody>
          <a:bodyPr/>
          <a:lstStyle/>
          <a:p>
            <a:r>
              <a:rPr lang="en-US" dirty="0" smtClean="0"/>
              <a:t>Create </a:t>
            </a:r>
            <a:r>
              <a:rPr lang="en-US" dirty="0"/>
              <a:t>a photorealistic professional aviation operations scene at a major international airport. Show airport operations staff coordinating aircraft turnaround activities on an active apron, including ground support equipment, baggage loading, passenger boarding, aircraft servicing, ground crew communication and safety procedures. Include a modern passenger aircraft positioned at the gate with realistic airport infrastructure in the background. Use professional aviation documentary photography, realistic daylight, accurate proportions, authentic ground-handling equipment, natural human poses, realistic safety clothing, cinematic depth of field, highly detailed textures, no distorted people, no fictional logos, no unnecessary text, 16:9 aspect ratio</a:t>
            </a:r>
            <a:r>
              <a:rPr lang="en-US" dirty="0" smtClean="0"/>
              <a:t>.</a:t>
            </a:r>
            <a:endParaRPr lang="en-IN" dirty="0"/>
          </a:p>
        </p:txBody>
      </p:sp>
    </p:spTree>
    <p:extLst>
      <p:ext uri="{BB962C8B-B14F-4D97-AF65-F5344CB8AC3E}">
        <p14:creationId xmlns:p14="http://schemas.microsoft.com/office/powerpoint/2010/main" val="2543427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a:t>
            </a:r>
            <a:r>
              <a:rPr lang="en-US" dirty="0" smtClean="0"/>
              <a:t>1 </a:t>
            </a:r>
            <a:r>
              <a:rPr lang="en-US" dirty="0" smtClean="0"/>
              <a:t>: NANO BANANA </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7721" y="2603500"/>
            <a:ext cx="6120870" cy="3416300"/>
          </a:xfrm>
        </p:spPr>
      </p:pic>
    </p:spTree>
    <p:extLst>
      <p:ext uri="{BB962C8B-B14F-4D97-AF65-F5344CB8AC3E}">
        <p14:creationId xmlns:p14="http://schemas.microsoft.com/office/powerpoint/2010/main" val="59332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a:t>
            </a:r>
            <a:r>
              <a:rPr lang="en-US" dirty="0" smtClean="0"/>
              <a:t>2: </a:t>
            </a:r>
            <a:r>
              <a:rPr lang="en-US" dirty="0" smtClean="0"/>
              <a:t>IDEOGRAM</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0210" y="2603500"/>
            <a:ext cx="6115893" cy="3416300"/>
          </a:xfrm>
        </p:spPr>
      </p:pic>
    </p:spTree>
    <p:extLst>
      <p:ext uri="{BB962C8B-B14F-4D97-AF65-F5344CB8AC3E}">
        <p14:creationId xmlns:p14="http://schemas.microsoft.com/office/powerpoint/2010/main" val="760151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a:t>
            </a:r>
            <a:r>
              <a:rPr lang="en-US" dirty="0" smtClean="0"/>
              <a:t>3 </a:t>
            </a:r>
            <a:r>
              <a:rPr lang="en-US" dirty="0" smtClean="0"/>
              <a:t>: FLUX. 2 PRO</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60006" y="2603500"/>
            <a:ext cx="3416300" cy="3416300"/>
          </a:xfrm>
        </p:spPr>
      </p:pic>
    </p:spTree>
    <p:extLst>
      <p:ext uri="{BB962C8B-B14F-4D97-AF65-F5344CB8AC3E}">
        <p14:creationId xmlns:p14="http://schemas.microsoft.com/office/powerpoint/2010/main" val="2322411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a:t>
            </a:r>
            <a:r>
              <a:rPr lang="en-US" dirty="0" smtClean="0"/>
              <a:t>4: </a:t>
            </a:r>
            <a:r>
              <a:rPr lang="en-US" dirty="0" smtClean="0"/>
              <a:t>CHATGPT </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33059" y="2603500"/>
            <a:ext cx="6070195" cy="3416300"/>
          </a:xfrm>
        </p:spPr>
      </p:pic>
    </p:spTree>
    <p:extLst>
      <p:ext uri="{BB962C8B-B14F-4D97-AF65-F5344CB8AC3E}">
        <p14:creationId xmlns:p14="http://schemas.microsoft.com/office/powerpoint/2010/main" val="4152380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5 : GAMMA AI</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60006" y="2603500"/>
            <a:ext cx="3416300" cy="3416300"/>
          </a:xfrm>
        </p:spPr>
      </p:pic>
    </p:spTree>
    <p:extLst>
      <p:ext uri="{BB962C8B-B14F-4D97-AF65-F5344CB8AC3E}">
        <p14:creationId xmlns:p14="http://schemas.microsoft.com/office/powerpoint/2010/main" val="709096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6 : HIGGSFIELD</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60006" y="2603500"/>
            <a:ext cx="3416300" cy="3416300"/>
          </a:xfrm>
        </p:spPr>
      </p:pic>
    </p:spTree>
    <p:extLst>
      <p:ext uri="{BB962C8B-B14F-4D97-AF65-F5344CB8AC3E}">
        <p14:creationId xmlns:p14="http://schemas.microsoft.com/office/powerpoint/2010/main" val="1697795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7 : CANVA AI</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28228" y="2603500"/>
            <a:ext cx="6079856" cy="3416300"/>
          </a:xfrm>
        </p:spPr>
      </p:pic>
    </p:spTree>
    <p:extLst>
      <p:ext uri="{BB962C8B-B14F-4D97-AF65-F5344CB8AC3E}">
        <p14:creationId xmlns:p14="http://schemas.microsoft.com/office/powerpoint/2010/main" val="345151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8 : LEONARDO AI</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60006" y="2603500"/>
            <a:ext cx="3416300" cy="3416300"/>
          </a:xfrm>
        </p:spPr>
      </p:pic>
    </p:spTree>
    <p:extLst>
      <p:ext uri="{BB962C8B-B14F-4D97-AF65-F5344CB8AC3E}">
        <p14:creationId xmlns:p14="http://schemas.microsoft.com/office/powerpoint/2010/main" val="4045267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PRESENTED BY</a:t>
            </a:r>
            <a:endParaRPr lang="en-IN" dirty="0"/>
          </a:p>
        </p:txBody>
      </p:sp>
      <p:sp>
        <p:nvSpPr>
          <p:cNvPr id="3" name="Subtitle 2"/>
          <p:cNvSpPr>
            <a:spLocks noGrp="1"/>
          </p:cNvSpPr>
          <p:nvPr>
            <p:ph type="subTitle" idx="1"/>
          </p:nvPr>
        </p:nvSpPr>
        <p:spPr/>
        <p:txBody>
          <a:bodyPr/>
          <a:lstStyle/>
          <a:p>
            <a:r>
              <a:rPr lang="en-US" dirty="0" smtClean="0"/>
              <a:t>JYOTI, DHARVI, JIGYASA, VARNIKA, ANSHUL, GOURAV </a:t>
            </a:r>
            <a:endParaRPr lang="en-IN" dirty="0"/>
          </a:p>
        </p:txBody>
      </p:sp>
    </p:spTree>
    <p:extLst>
      <p:ext uri="{BB962C8B-B14F-4D97-AF65-F5344CB8AC3E}">
        <p14:creationId xmlns:p14="http://schemas.microsoft.com/office/powerpoint/2010/main" val="28332353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67</TotalTime>
  <Words>175</Words>
  <Application>Microsoft Office PowerPoint</Application>
  <PresentationFormat>Widescreen</PresentationFormat>
  <Paragraphs>14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 Boardroom</vt:lpstr>
      <vt:lpstr>GENERATING IMAGE USING DIFFERENT AI TOOLS</vt:lpstr>
      <vt:lpstr>PROMPT USED</vt:lpstr>
      <vt:lpstr>TOOL 1 : NANO BANANA </vt:lpstr>
      <vt:lpstr>TOOL 2: IDEOGRAM</vt:lpstr>
      <vt:lpstr>TOOL 3 : FLUX. 2 PRO</vt:lpstr>
      <vt:lpstr>TOOL 4: CHATGPT </vt:lpstr>
      <vt:lpstr>TOOL 5 : GAMMA AI</vt:lpstr>
      <vt:lpstr>TOOL 6 : HIGGSFIELD</vt:lpstr>
      <vt:lpstr>TOOL 7 : CANVA AI</vt:lpstr>
      <vt:lpstr>TOOL 8 : LEONARDO AI</vt:lpstr>
      <vt:lpstr>PRESENTED BY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GENERATING IMAGE USING DIFFERENT AI TOOLS</dc:title>
  <dc:creator>Microsoft account</dc:creator>
  <cp:lastModifiedBy>Microsoft account</cp:lastModifiedBy>
  <cp:revision>6</cp:revision>
  <dcterms:created xsi:type="dcterms:W3CDTF">2026-09-18T09:54:18Z</dcterms:created>
  <dcterms:modified xsi:type="dcterms:W3CDTF">2026-09-21T04:47:03Z</dcterms:modified>
</cp:coreProperties>
</file>